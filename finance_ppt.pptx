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1" r:id="rId5"/>
    <p:sldId id="288" r:id="rId6"/>
    <p:sldId id="296" r:id="rId7"/>
    <p:sldId id="289" r:id="rId8"/>
    <p:sldId id="294" r:id="rId9"/>
    <p:sldId id="295" r:id="rId10"/>
    <p:sldId id="291" r:id="rId11"/>
    <p:sldId id="293" r:id="rId12"/>
    <p:sldId id="292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383C5-5391-49E8-AA07-1DC972D57C9A}" v="40" dt="2025-07-06T19:15:09.629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879" autoAdjust="0"/>
  </p:normalViewPr>
  <p:slideViewPr>
    <p:cSldViewPr snapToGrid="0">
      <p:cViewPr varScale="1">
        <p:scale>
          <a:sx n="74" d="100"/>
          <a:sy n="74" d="100"/>
        </p:scale>
        <p:origin x="101" y="44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C" userId="4001d17a7e1d8cc1" providerId="LiveId" clId="{61C383C5-5391-49E8-AA07-1DC972D57C9A}"/>
    <pc:docChg chg="undo redo custSel addSld modSld sldOrd">
      <pc:chgData name="NAVIN C" userId="4001d17a7e1d8cc1" providerId="LiveId" clId="{61C383C5-5391-49E8-AA07-1DC972D57C9A}" dt="2025-07-06T19:20:29.111" v="517" actId="1036"/>
      <pc:docMkLst>
        <pc:docMk/>
      </pc:docMkLst>
      <pc:sldChg chg="modSp mod">
        <pc:chgData name="NAVIN C" userId="4001d17a7e1d8cc1" providerId="LiveId" clId="{61C383C5-5391-49E8-AA07-1DC972D57C9A}" dt="2025-07-06T19:20:29.111" v="517" actId="1036"/>
        <pc:sldMkLst>
          <pc:docMk/>
          <pc:sldMk cId="639264769" sldId="281"/>
        </pc:sldMkLst>
        <pc:picChg chg="mod">
          <ac:chgData name="NAVIN C" userId="4001d17a7e1d8cc1" providerId="LiveId" clId="{61C383C5-5391-49E8-AA07-1DC972D57C9A}" dt="2025-07-06T19:20:29.111" v="517" actId="1036"/>
          <ac:picMkLst>
            <pc:docMk/>
            <pc:sldMk cId="639264769" sldId="281"/>
            <ac:picMk id="4" creationId="{782ED2F6-AFB3-9199-3999-2B5E4BAF2423}"/>
          </ac:picMkLst>
        </pc:picChg>
      </pc:sldChg>
      <pc:sldChg chg="modSp mod">
        <pc:chgData name="NAVIN C" userId="4001d17a7e1d8cc1" providerId="LiveId" clId="{61C383C5-5391-49E8-AA07-1DC972D57C9A}" dt="2025-07-06T18:51:38.948" v="52" actId="14"/>
        <pc:sldMkLst>
          <pc:docMk/>
          <pc:sldMk cId="2891244541" sldId="288"/>
        </pc:sldMkLst>
        <pc:spChg chg="mod">
          <ac:chgData name="NAVIN C" userId="4001d17a7e1d8cc1" providerId="LiveId" clId="{61C383C5-5391-49E8-AA07-1DC972D57C9A}" dt="2025-07-06T18:46:12.121" v="0" actId="1076"/>
          <ac:spMkLst>
            <pc:docMk/>
            <pc:sldMk cId="2891244541" sldId="288"/>
            <ac:spMk id="7" creationId="{96E8B8A0-CA43-7614-02A9-AD96E5EF3786}"/>
          </ac:spMkLst>
        </pc:spChg>
        <pc:spChg chg="mod">
          <ac:chgData name="NAVIN C" userId="4001d17a7e1d8cc1" providerId="LiveId" clId="{61C383C5-5391-49E8-AA07-1DC972D57C9A}" dt="2025-07-06T18:51:38.948" v="52" actId="14"/>
          <ac:spMkLst>
            <pc:docMk/>
            <pc:sldMk cId="2891244541" sldId="288"/>
            <ac:spMk id="8" creationId="{EA524DDF-A706-890C-8D43-A2750E8EDB57}"/>
          </ac:spMkLst>
        </pc:spChg>
        <pc:picChg chg="mod">
          <ac:chgData name="NAVIN C" userId="4001d17a7e1d8cc1" providerId="LiveId" clId="{61C383C5-5391-49E8-AA07-1DC972D57C9A}" dt="2025-07-06T18:46:28.416" v="3" actId="1076"/>
          <ac:picMkLst>
            <pc:docMk/>
            <pc:sldMk cId="2891244541" sldId="288"/>
            <ac:picMk id="5" creationId="{5A92E5B8-5149-9431-144B-B06B977A6FB4}"/>
          </ac:picMkLst>
        </pc:picChg>
      </pc:sldChg>
      <pc:sldChg chg="modSp add mod">
        <pc:chgData name="NAVIN C" userId="4001d17a7e1d8cc1" providerId="LiveId" clId="{61C383C5-5391-49E8-AA07-1DC972D57C9A}" dt="2025-07-06T18:55:12.083" v="97" actId="1076"/>
        <pc:sldMkLst>
          <pc:docMk/>
          <pc:sldMk cId="4048288365" sldId="289"/>
        </pc:sldMkLst>
        <pc:spChg chg="mod">
          <ac:chgData name="NAVIN C" userId="4001d17a7e1d8cc1" providerId="LiveId" clId="{61C383C5-5391-49E8-AA07-1DC972D57C9A}" dt="2025-07-06T18:53:46.076" v="82" actId="1076"/>
          <ac:spMkLst>
            <pc:docMk/>
            <pc:sldMk cId="4048288365" sldId="289"/>
            <ac:spMk id="7" creationId="{5ED7A0FE-176D-FD12-7234-73ABD467C67D}"/>
          </ac:spMkLst>
        </pc:spChg>
        <pc:spChg chg="mod">
          <ac:chgData name="NAVIN C" userId="4001d17a7e1d8cc1" providerId="LiveId" clId="{61C383C5-5391-49E8-AA07-1DC972D57C9A}" dt="2025-07-06T18:55:12.083" v="97" actId="1076"/>
          <ac:spMkLst>
            <pc:docMk/>
            <pc:sldMk cId="4048288365" sldId="289"/>
            <ac:spMk id="8" creationId="{EEF9C654-360C-C793-2651-9FF7C8FB9455}"/>
          </ac:spMkLst>
        </pc:spChg>
        <pc:picChg chg="mod">
          <ac:chgData name="NAVIN C" userId="4001d17a7e1d8cc1" providerId="LiveId" clId="{61C383C5-5391-49E8-AA07-1DC972D57C9A}" dt="2025-07-06T18:48:27.606" v="23" actId="1076"/>
          <ac:picMkLst>
            <pc:docMk/>
            <pc:sldMk cId="4048288365" sldId="289"/>
            <ac:picMk id="5" creationId="{F9C4BBA2-D1D1-CEDA-BCEF-0C15D3D669DE}"/>
          </ac:picMkLst>
        </pc:picChg>
      </pc:sldChg>
      <pc:sldChg chg="addSp delSp modSp add mod">
        <pc:chgData name="NAVIN C" userId="4001d17a7e1d8cc1" providerId="LiveId" clId="{61C383C5-5391-49E8-AA07-1DC972D57C9A}" dt="2025-07-06T19:19:09.844" v="512" actId="1076"/>
        <pc:sldMkLst>
          <pc:docMk/>
          <pc:sldMk cId="3206488240" sldId="290"/>
        </pc:sldMkLst>
        <pc:spChg chg="add del mod">
          <ac:chgData name="NAVIN C" userId="4001d17a7e1d8cc1" providerId="LiveId" clId="{61C383C5-5391-49E8-AA07-1DC972D57C9A}" dt="2025-07-06T19:14:07.302" v="320" actId="21"/>
          <ac:spMkLst>
            <pc:docMk/>
            <pc:sldMk cId="3206488240" sldId="290"/>
            <ac:spMk id="3" creationId="{641BFD21-E81D-2C9B-E1EF-20146F0F35CA}"/>
          </ac:spMkLst>
        </pc:spChg>
        <pc:spChg chg="mod">
          <ac:chgData name="NAVIN C" userId="4001d17a7e1d8cc1" providerId="LiveId" clId="{61C383C5-5391-49E8-AA07-1DC972D57C9A}" dt="2025-07-06T19:19:09.844" v="512" actId="1076"/>
          <ac:spMkLst>
            <pc:docMk/>
            <pc:sldMk cId="3206488240" sldId="290"/>
            <ac:spMk id="7" creationId="{45FE0404-B4F8-7247-D603-16D767DFDA33}"/>
          </ac:spMkLst>
        </pc:spChg>
        <pc:spChg chg="add del mod">
          <ac:chgData name="NAVIN C" userId="4001d17a7e1d8cc1" providerId="LiveId" clId="{61C383C5-5391-49E8-AA07-1DC972D57C9A}" dt="2025-07-06T19:18:51.523" v="510" actId="1076"/>
          <ac:spMkLst>
            <pc:docMk/>
            <pc:sldMk cId="3206488240" sldId="290"/>
            <ac:spMk id="8" creationId="{6D8C2FF3-7235-75AC-D8BF-A9DAEF3E8594}"/>
          </ac:spMkLst>
        </pc:spChg>
        <pc:picChg chg="add del mod">
          <ac:chgData name="NAVIN C" userId="4001d17a7e1d8cc1" providerId="LiveId" clId="{61C383C5-5391-49E8-AA07-1DC972D57C9A}" dt="2025-07-06T19:14:07.302" v="320" actId="21"/>
          <ac:picMkLst>
            <pc:docMk/>
            <pc:sldMk cId="3206488240" sldId="290"/>
            <ac:picMk id="5" creationId="{F31455A4-A0F2-FEC8-E703-8F5874002D1A}"/>
          </ac:picMkLst>
        </pc:picChg>
      </pc:sldChg>
      <pc:sldChg chg="addSp delSp modSp add mod">
        <pc:chgData name="NAVIN C" userId="4001d17a7e1d8cc1" providerId="LiveId" clId="{61C383C5-5391-49E8-AA07-1DC972D57C9A}" dt="2025-07-06T19:09:03.119" v="239"/>
        <pc:sldMkLst>
          <pc:docMk/>
          <pc:sldMk cId="714020788" sldId="291"/>
        </pc:sldMkLst>
        <pc:spChg chg="add mod">
          <ac:chgData name="NAVIN C" userId="4001d17a7e1d8cc1" providerId="LiveId" clId="{61C383C5-5391-49E8-AA07-1DC972D57C9A}" dt="2025-07-06T19:07:57.375" v="227" actId="1076"/>
          <ac:spMkLst>
            <pc:docMk/>
            <pc:sldMk cId="714020788" sldId="291"/>
            <ac:spMk id="4" creationId="{E149541F-0828-27EA-5AB4-FF1BC1822468}"/>
          </ac:spMkLst>
        </pc:spChg>
        <pc:spChg chg="add del mod">
          <ac:chgData name="NAVIN C" userId="4001d17a7e1d8cc1" providerId="LiveId" clId="{61C383C5-5391-49E8-AA07-1DC972D57C9A}" dt="2025-07-06T19:09:03.119" v="239"/>
          <ac:spMkLst>
            <pc:docMk/>
            <pc:sldMk cId="714020788" sldId="291"/>
            <ac:spMk id="6" creationId="{5E5A0E5E-54B1-526C-A774-1351A7A08195}"/>
          </ac:spMkLst>
        </pc:spChg>
        <pc:spChg chg="mod">
          <ac:chgData name="NAVIN C" userId="4001d17a7e1d8cc1" providerId="LiveId" clId="{61C383C5-5391-49E8-AA07-1DC972D57C9A}" dt="2025-07-06T19:02:38.390" v="161" actId="14100"/>
          <ac:spMkLst>
            <pc:docMk/>
            <pc:sldMk cId="714020788" sldId="291"/>
            <ac:spMk id="7" creationId="{95C91D9E-4A1D-672A-5C5F-0647B002A65B}"/>
          </ac:spMkLst>
        </pc:spChg>
        <pc:spChg chg="mod">
          <ac:chgData name="NAVIN C" userId="4001d17a7e1d8cc1" providerId="LiveId" clId="{61C383C5-5391-49E8-AA07-1DC972D57C9A}" dt="2025-07-06T19:08:33.029" v="231" actId="255"/>
          <ac:spMkLst>
            <pc:docMk/>
            <pc:sldMk cId="714020788" sldId="291"/>
            <ac:spMk id="8" creationId="{4076D7AC-24BD-3D22-55E1-BE838037DD36}"/>
          </ac:spMkLst>
        </pc:spChg>
        <pc:picChg chg="add mod">
          <ac:chgData name="NAVIN C" userId="4001d17a7e1d8cc1" providerId="LiveId" clId="{61C383C5-5391-49E8-AA07-1DC972D57C9A}" dt="2025-07-06T19:08:37.019" v="232" actId="1076"/>
          <ac:picMkLst>
            <pc:docMk/>
            <pc:sldMk cId="714020788" sldId="291"/>
            <ac:picMk id="3" creationId="{E530FB22-5D87-FD1B-1D64-8FE795FFA35D}"/>
          </ac:picMkLst>
        </pc:picChg>
        <pc:picChg chg="mod">
          <ac:chgData name="NAVIN C" userId="4001d17a7e1d8cc1" providerId="LiveId" clId="{61C383C5-5391-49E8-AA07-1DC972D57C9A}" dt="2025-07-06T19:06:02.066" v="203" actId="1076"/>
          <ac:picMkLst>
            <pc:docMk/>
            <pc:sldMk cId="714020788" sldId="291"/>
            <ac:picMk id="5" creationId="{E08623F7-823B-3099-47BE-BE56F88B540C}"/>
          </ac:picMkLst>
        </pc:picChg>
        <pc:picChg chg="add mod">
          <ac:chgData name="NAVIN C" userId="4001d17a7e1d8cc1" providerId="LiveId" clId="{61C383C5-5391-49E8-AA07-1DC972D57C9A}" dt="2025-07-06T19:09:00.892" v="237" actId="1076"/>
          <ac:picMkLst>
            <pc:docMk/>
            <pc:sldMk cId="714020788" sldId="291"/>
            <ac:picMk id="10" creationId="{D9BDEB30-1A55-96EB-460F-DE3DB6EA20E0}"/>
          </ac:picMkLst>
        </pc:picChg>
      </pc:sldChg>
      <pc:sldChg chg="addSp delSp modSp add mod">
        <pc:chgData name="NAVIN C" userId="4001d17a7e1d8cc1" providerId="LiveId" clId="{61C383C5-5391-49E8-AA07-1DC972D57C9A}" dt="2025-07-06T19:13:20.209" v="306" actId="1076"/>
        <pc:sldMkLst>
          <pc:docMk/>
          <pc:sldMk cId="1287183390" sldId="292"/>
        </pc:sldMkLst>
        <pc:spChg chg="add mod">
          <ac:chgData name="NAVIN C" userId="4001d17a7e1d8cc1" providerId="LiveId" clId="{61C383C5-5391-49E8-AA07-1DC972D57C9A}" dt="2025-07-06T19:11:46.961" v="268"/>
          <ac:spMkLst>
            <pc:docMk/>
            <pc:sldMk cId="1287183390" sldId="292"/>
            <ac:spMk id="2" creationId="{4933DFFE-0D07-D95E-BB5A-2E219C9A6179}"/>
          </ac:spMkLst>
        </pc:spChg>
        <pc:spChg chg="del">
          <ac:chgData name="NAVIN C" userId="4001d17a7e1d8cc1" providerId="LiveId" clId="{61C383C5-5391-49E8-AA07-1DC972D57C9A}" dt="2025-07-06T19:11:37.402" v="266" actId="21"/>
          <ac:spMkLst>
            <pc:docMk/>
            <pc:sldMk cId="1287183390" sldId="292"/>
            <ac:spMk id="7" creationId="{AC749DC6-4D50-1284-C8B2-47FC3A15AEBE}"/>
          </ac:spMkLst>
        </pc:spChg>
        <pc:spChg chg="del">
          <ac:chgData name="NAVIN C" userId="4001d17a7e1d8cc1" providerId="LiveId" clId="{61C383C5-5391-49E8-AA07-1DC972D57C9A}" dt="2025-07-06T19:11:45.427" v="267" actId="21"/>
          <ac:spMkLst>
            <pc:docMk/>
            <pc:sldMk cId="1287183390" sldId="292"/>
            <ac:spMk id="8" creationId="{4933DFFE-0D07-D95E-BB5A-2E219C9A6179}"/>
          </ac:spMkLst>
        </pc:spChg>
        <pc:picChg chg="add mod">
          <ac:chgData name="NAVIN C" userId="4001d17a7e1d8cc1" providerId="LiveId" clId="{61C383C5-5391-49E8-AA07-1DC972D57C9A}" dt="2025-07-06T19:13:13.177" v="303" actId="1076"/>
          <ac:picMkLst>
            <pc:docMk/>
            <pc:sldMk cId="1287183390" sldId="292"/>
            <ac:picMk id="4" creationId="{92764952-99A3-35A0-B47F-18FFA928C978}"/>
          </ac:picMkLst>
        </pc:picChg>
        <pc:picChg chg="mod">
          <ac:chgData name="NAVIN C" userId="4001d17a7e1d8cc1" providerId="LiveId" clId="{61C383C5-5391-49E8-AA07-1DC972D57C9A}" dt="2025-07-06T19:13:20.209" v="306" actId="1076"/>
          <ac:picMkLst>
            <pc:docMk/>
            <pc:sldMk cId="1287183390" sldId="292"/>
            <ac:picMk id="5" creationId="{AFC60045-8CD8-66C5-F189-A29D7D486649}"/>
          </ac:picMkLst>
        </pc:picChg>
        <pc:picChg chg="add mod">
          <ac:chgData name="NAVIN C" userId="4001d17a7e1d8cc1" providerId="LiveId" clId="{61C383C5-5391-49E8-AA07-1DC972D57C9A}" dt="2025-07-06T19:13:16.412" v="305" actId="14100"/>
          <ac:picMkLst>
            <pc:docMk/>
            <pc:sldMk cId="1287183390" sldId="292"/>
            <ac:picMk id="9" creationId="{BD960ADD-B3D5-8693-6416-B344D014FC0E}"/>
          </ac:picMkLst>
        </pc:picChg>
      </pc:sldChg>
      <pc:sldChg chg="addSp delSp modSp add mod">
        <pc:chgData name="NAVIN C" userId="4001d17a7e1d8cc1" providerId="LiveId" clId="{61C383C5-5391-49E8-AA07-1DC972D57C9A}" dt="2025-07-06T19:10:36.192" v="265" actId="21"/>
        <pc:sldMkLst>
          <pc:docMk/>
          <pc:sldMk cId="4085918410" sldId="293"/>
        </pc:sldMkLst>
        <pc:spChg chg="add del mod">
          <ac:chgData name="NAVIN C" userId="4001d17a7e1d8cc1" providerId="LiveId" clId="{61C383C5-5391-49E8-AA07-1DC972D57C9A}" dt="2025-07-06T19:10:36.192" v="265" actId="21"/>
          <ac:spMkLst>
            <pc:docMk/>
            <pc:sldMk cId="4085918410" sldId="293"/>
            <ac:spMk id="6" creationId="{AE3FAD50-45B8-6561-4015-41D362F0D540}"/>
          </ac:spMkLst>
        </pc:spChg>
        <pc:spChg chg="mod">
          <ac:chgData name="NAVIN C" userId="4001d17a7e1d8cc1" providerId="LiveId" clId="{61C383C5-5391-49E8-AA07-1DC972D57C9A}" dt="2025-07-06T19:10:17.919" v="262" actId="20577"/>
          <ac:spMkLst>
            <pc:docMk/>
            <pc:sldMk cId="4085918410" sldId="293"/>
            <ac:spMk id="7" creationId="{34117337-F73A-B914-28C2-3A7B3802E19A}"/>
          </ac:spMkLst>
        </pc:spChg>
        <pc:spChg chg="mod">
          <ac:chgData name="NAVIN C" userId="4001d17a7e1d8cc1" providerId="LiveId" clId="{61C383C5-5391-49E8-AA07-1DC972D57C9A}" dt="2025-07-06T19:10:29.475" v="263" actId="14100"/>
          <ac:spMkLst>
            <pc:docMk/>
            <pc:sldMk cId="4085918410" sldId="293"/>
            <ac:spMk id="8" creationId="{97F727EB-7218-794C-F5D4-71C148A0497B}"/>
          </ac:spMkLst>
        </pc:spChg>
        <pc:picChg chg="add mod">
          <ac:chgData name="NAVIN C" userId="4001d17a7e1d8cc1" providerId="LiveId" clId="{61C383C5-5391-49E8-AA07-1DC972D57C9A}" dt="2025-07-06T19:10:05.659" v="256" actId="14100"/>
          <ac:picMkLst>
            <pc:docMk/>
            <pc:sldMk cId="4085918410" sldId="293"/>
            <ac:picMk id="3" creationId="{0F763670-ED0E-D751-372E-380E1CF08D23}"/>
          </ac:picMkLst>
        </pc:picChg>
        <pc:picChg chg="add del">
          <ac:chgData name="NAVIN C" userId="4001d17a7e1d8cc1" providerId="LiveId" clId="{61C383C5-5391-49E8-AA07-1DC972D57C9A}" dt="2025-07-06T19:10:36.192" v="265" actId="21"/>
          <ac:picMkLst>
            <pc:docMk/>
            <pc:sldMk cId="4085918410" sldId="293"/>
            <ac:picMk id="5" creationId="{5154FB49-0BEA-7DF5-5EAA-3578B293D66C}"/>
          </ac:picMkLst>
        </pc:picChg>
      </pc:sldChg>
      <pc:sldChg chg="modSp add mod ord">
        <pc:chgData name="NAVIN C" userId="4001d17a7e1d8cc1" providerId="LiveId" clId="{61C383C5-5391-49E8-AA07-1DC972D57C9A}" dt="2025-07-06T19:01:05.548" v="142"/>
        <pc:sldMkLst>
          <pc:docMk/>
          <pc:sldMk cId="2818204823" sldId="294"/>
        </pc:sldMkLst>
        <pc:spChg chg="mod">
          <ac:chgData name="NAVIN C" userId="4001d17a7e1d8cc1" providerId="LiveId" clId="{61C383C5-5391-49E8-AA07-1DC972D57C9A}" dt="2025-07-06T18:57:43.896" v="114" actId="1076"/>
          <ac:spMkLst>
            <pc:docMk/>
            <pc:sldMk cId="2818204823" sldId="294"/>
            <ac:spMk id="7" creationId="{512E5A6E-EE7F-4582-6D10-BE67C4B6C176}"/>
          </ac:spMkLst>
        </pc:spChg>
        <pc:spChg chg="mod">
          <ac:chgData name="NAVIN C" userId="4001d17a7e1d8cc1" providerId="LiveId" clId="{61C383C5-5391-49E8-AA07-1DC972D57C9A}" dt="2025-07-06T18:58:27.573" v="127" actId="1076"/>
          <ac:spMkLst>
            <pc:docMk/>
            <pc:sldMk cId="2818204823" sldId="294"/>
            <ac:spMk id="8" creationId="{6D49C24B-3D8D-80F8-308B-2C7AF98FDFA6}"/>
          </ac:spMkLst>
        </pc:spChg>
        <pc:picChg chg="mod">
          <ac:chgData name="NAVIN C" userId="4001d17a7e1d8cc1" providerId="LiveId" clId="{61C383C5-5391-49E8-AA07-1DC972D57C9A}" dt="2025-07-06T18:58:12.136" v="124" actId="1076"/>
          <ac:picMkLst>
            <pc:docMk/>
            <pc:sldMk cId="2818204823" sldId="294"/>
            <ac:picMk id="5" creationId="{D9547D7C-1863-7556-5992-2793402C1526}"/>
          </ac:picMkLst>
        </pc:picChg>
      </pc:sldChg>
      <pc:sldChg chg="addSp delSp modSp add mod">
        <pc:chgData name="NAVIN C" userId="4001d17a7e1d8cc1" providerId="LiveId" clId="{61C383C5-5391-49E8-AA07-1DC972D57C9A}" dt="2025-07-06T19:01:00.365" v="140"/>
        <pc:sldMkLst>
          <pc:docMk/>
          <pc:sldMk cId="3577502557" sldId="295"/>
        </pc:sldMkLst>
        <pc:spChg chg="add">
          <ac:chgData name="NAVIN C" userId="4001d17a7e1d8cc1" providerId="LiveId" clId="{61C383C5-5391-49E8-AA07-1DC972D57C9A}" dt="2025-07-06T18:59:56.470" v="128"/>
          <ac:spMkLst>
            <pc:docMk/>
            <pc:sldMk cId="3577502557" sldId="295"/>
            <ac:spMk id="2" creationId="{6B73AAB7-7C79-6B5D-CCBE-E3DAB3DF398E}"/>
          </ac:spMkLst>
        </pc:spChg>
        <pc:spChg chg="add del mod">
          <ac:chgData name="NAVIN C" userId="4001d17a7e1d8cc1" providerId="LiveId" clId="{61C383C5-5391-49E8-AA07-1DC972D57C9A}" dt="2025-07-06T19:01:00.365" v="140"/>
          <ac:spMkLst>
            <pc:docMk/>
            <pc:sldMk cId="3577502557" sldId="295"/>
            <ac:spMk id="3" creationId="{398CE994-9A57-6EBD-81AF-5BB8E30E4A84}"/>
          </ac:spMkLst>
        </pc:spChg>
        <pc:spChg chg="mod">
          <ac:chgData name="NAVIN C" userId="4001d17a7e1d8cc1" providerId="LiveId" clId="{61C383C5-5391-49E8-AA07-1DC972D57C9A}" dt="2025-07-06T19:00:58.207" v="138" actId="1076"/>
          <ac:spMkLst>
            <pc:docMk/>
            <pc:sldMk cId="3577502557" sldId="295"/>
            <ac:spMk id="7" creationId="{380FB864-B633-6727-4E6F-2806CB6D085F}"/>
          </ac:spMkLst>
        </pc:spChg>
        <pc:spChg chg="mod">
          <ac:chgData name="NAVIN C" userId="4001d17a7e1d8cc1" providerId="LiveId" clId="{61C383C5-5391-49E8-AA07-1DC972D57C9A}" dt="2025-07-06T19:00:54.733" v="137" actId="1076"/>
          <ac:spMkLst>
            <pc:docMk/>
            <pc:sldMk cId="3577502557" sldId="295"/>
            <ac:spMk id="8" creationId="{6008919A-506B-EC20-BB3A-ED0562FA07F6}"/>
          </ac:spMkLst>
        </pc:spChg>
        <pc:picChg chg="mod">
          <ac:chgData name="NAVIN C" userId="4001d17a7e1d8cc1" providerId="LiveId" clId="{61C383C5-5391-49E8-AA07-1DC972D57C9A}" dt="2025-07-06T18:56:59.596" v="111" actId="1076"/>
          <ac:picMkLst>
            <pc:docMk/>
            <pc:sldMk cId="3577502557" sldId="295"/>
            <ac:picMk id="5" creationId="{11D805BA-2867-BADD-6501-F7A79227DCFE}"/>
          </ac:picMkLst>
        </pc:picChg>
      </pc:sldChg>
      <pc:sldChg chg="modSp add mod ord">
        <pc:chgData name="NAVIN C" userId="4001d17a7e1d8cc1" providerId="LiveId" clId="{61C383C5-5391-49E8-AA07-1DC972D57C9A}" dt="2025-07-06T18:54:27.035" v="90" actId="1076"/>
        <pc:sldMkLst>
          <pc:docMk/>
          <pc:sldMk cId="1514930397" sldId="296"/>
        </pc:sldMkLst>
        <pc:spChg chg="mod">
          <ac:chgData name="NAVIN C" userId="4001d17a7e1d8cc1" providerId="LiveId" clId="{61C383C5-5391-49E8-AA07-1DC972D57C9A}" dt="2025-07-06T18:54:27.035" v="90" actId="1076"/>
          <ac:spMkLst>
            <pc:docMk/>
            <pc:sldMk cId="1514930397" sldId="296"/>
            <ac:spMk id="7" creationId="{62528770-C955-C136-C1D5-E6DC419B1052}"/>
          </ac:spMkLst>
        </pc:spChg>
        <pc:spChg chg="mod">
          <ac:chgData name="NAVIN C" userId="4001d17a7e1d8cc1" providerId="LiveId" clId="{61C383C5-5391-49E8-AA07-1DC972D57C9A}" dt="2025-07-06T18:54:00.302" v="84" actId="1076"/>
          <ac:spMkLst>
            <pc:docMk/>
            <pc:sldMk cId="1514930397" sldId="296"/>
            <ac:spMk id="8" creationId="{44103418-4779-1B0B-7EAD-A540BDB108A2}"/>
          </ac:spMkLst>
        </pc:spChg>
        <pc:picChg chg="mod">
          <ac:chgData name="NAVIN C" userId="4001d17a7e1d8cc1" providerId="LiveId" clId="{61C383C5-5391-49E8-AA07-1DC972D57C9A}" dt="2025-07-06T18:54:22.297" v="89" actId="1076"/>
          <ac:picMkLst>
            <pc:docMk/>
            <pc:sldMk cId="1514930397" sldId="296"/>
            <ac:picMk id="5" creationId="{FDE0C2E3-9B2A-DC1F-EC03-28F91897D33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173" y="20782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Personal Finance Tracker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E09C-C07A-1196-9E36-DEFBC76C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5A92E5B8-5149-9431-144B-B06B977A6FB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-13508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E8B8A0-CA43-7614-02A9-AD96E5EF3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886" y="441259"/>
            <a:ext cx="5817296" cy="117431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A524DDF-A706-890C-8D43-A2750E8EDB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31409" y="1932709"/>
            <a:ext cx="9467850" cy="3504091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/>
              <a:t>What is a Personal Finance Tracker?</a:t>
            </a:r>
          </a:p>
          <a:p>
            <a:pPr lvl="1" algn="just"/>
            <a:r>
              <a:rPr lang="en-US" sz="2400" dirty="0"/>
              <a:t> A </a:t>
            </a:r>
            <a:r>
              <a:rPr lang="en-US" sz="2400" i="1" dirty="0"/>
              <a:t>Personal Finance Tracker</a:t>
            </a:r>
            <a:r>
              <a:rPr lang="en-US" sz="2400" dirty="0"/>
              <a:t> is a tool or software that helps individuals manage their income, expenses, and savings.</a:t>
            </a:r>
            <a:endParaRPr lang="en-IN" sz="2400" dirty="0"/>
          </a:p>
          <a:p>
            <a:pPr algn="l"/>
            <a:r>
              <a:rPr lang="en-US" sz="2400" b="1" dirty="0"/>
              <a:t>Key Points: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 It helps you track how much you earn, spend, and save.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 It supports better budgeting and financial planning.</a:t>
            </a:r>
            <a:endParaRPr lang="en-IN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124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2FEC7-17BE-839B-3ED5-2A19B6FA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FDE0C2E3-9B2A-DC1F-EC03-28F91897D33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-13508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2528770-C955-C136-C1D5-E6DC419B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533" y="417991"/>
            <a:ext cx="7348223" cy="1745672"/>
          </a:xfrm>
        </p:spPr>
        <p:txBody>
          <a:bodyPr/>
          <a:lstStyle/>
          <a:p>
            <a:r>
              <a:rPr lang="en-US" sz="3600" b="1" dirty="0"/>
              <a:t>Importance of Finance Tracker</a:t>
            </a:r>
            <a:br>
              <a:rPr lang="en-IN" sz="3600" b="1" dirty="0"/>
            </a:br>
            <a:endParaRPr lang="en-US" sz="3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103418-4779-1B0B-7EAD-A540BDB108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93754" y="2254827"/>
            <a:ext cx="9467850" cy="3504091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/>
              <a:t>Why is it Important?</a:t>
            </a:r>
          </a:p>
          <a:p>
            <a:pPr lvl="1" algn="just"/>
            <a:r>
              <a:rPr lang="en-US" sz="2400" dirty="0"/>
              <a:t> A finance tracker keeps you in control of your finances and supports smarter money decisions.</a:t>
            </a:r>
            <a:endParaRPr lang="en-IN" sz="2400" dirty="0"/>
          </a:p>
          <a:p>
            <a:pPr algn="l"/>
            <a:r>
              <a:rPr lang="en-US" sz="2400" b="1" dirty="0"/>
              <a:t>Key Points: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Prevents overspending by showing where your money goes.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 Helps achieve financial goals like saving, investing, or reducing debt.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1493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CE5E-D156-82B8-3E30-F3891611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F9C4BBA2-D1D1-CEDA-BCEF-0C15D3D669D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-13508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ED7A0FE-176D-FD12-7234-73ABD467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13" y="646591"/>
            <a:ext cx="5987013" cy="1174315"/>
          </a:xfrm>
        </p:spPr>
        <p:txBody>
          <a:bodyPr/>
          <a:lstStyle/>
          <a:p>
            <a:r>
              <a:rPr lang="en-US" sz="3600" dirty="0"/>
              <a:t>Features of a Personal Finance Tracker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F9C654-360C-C793-2651-9FF7C8FB94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2191" y="2306781"/>
            <a:ext cx="9467850" cy="3504091"/>
          </a:xfrm>
        </p:spPr>
        <p:txBody>
          <a:bodyPr>
            <a:norm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User registration and login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Dashboard to view balance and spending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Expense categorization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Monthly savings tracking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Data backup using database (MySQL)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4828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6BDE-F04E-77A0-89AC-419DAD11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D9547D7C-1863-7556-5992-2793402C152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12E5A6E-EE7F-4582-6D10-BE67C4B6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38" y="441259"/>
            <a:ext cx="5817296" cy="1174315"/>
          </a:xfrm>
        </p:spPr>
        <p:txBody>
          <a:bodyPr/>
          <a:lstStyle/>
          <a:p>
            <a:r>
              <a:rPr lang="en-US" dirty="0"/>
              <a:t>Benefits to Users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49C24B-3D8D-80F8-308B-2C7AF98FD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482" y="2265218"/>
            <a:ext cx="9467850" cy="3504091"/>
          </a:xfrm>
        </p:spPr>
        <p:txBody>
          <a:bodyPr>
            <a:norm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Easy to monitor spending habits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Encourages savings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Reduces financial stress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Builds financial discipline</a:t>
            </a:r>
            <a:endParaRPr lang="en-IN" sz="2800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820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26E5-76F0-F0C2-1EC2-267B722D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11D805BA-2867-BADD-6501-F7A79227DCF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-472431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80FB864-B633-6727-4E6F-2806CB6D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8" y="142977"/>
            <a:ext cx="6568904" cy="1174315"/>
          </a:xfrm>
        </p:spPr>
        <p:txBody>
          <a:bodyPr/>
          <a:lstStyle/>
          <a:p>
            <a:r>
              <a:rPr lang="en-US" dirty="0"/>
              <a:t> Technologies Used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08919A-506B-EC20-BB3A-ED0562FA07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89944" y="2036617"/>
            <a:ext cx="9467850" cy="3504091"/>
          </a:xfrm>
        </p:spPr>
        <p:txBody>
          <a:bodyPr>
            <a:normAutofit/>
          </a:bodyPr>
          <a:lstStyle/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Java (Frontend &amp; Logic)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MySQL (Database)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JDBC for connectivity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Swing components for GUI</a:t>
            </a:r>
          </a:p>
        </p:txBody>
      </p:sp>
    </p:spTree>
    <p:extLst>
      <p:ext uri="{BB962C8B-B14F-4D97-AF65-F5344CB8AC3E}">
        <p14:creationId xmlns:p14="http://schemas.microsoft.com/office/powerpoint/2010/main" val="357750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291C4-D857-9434-B780-DB323027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E08623F7-823B-3099-47BE-BE56F88B540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-13508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5C91D9E-4A1D-672A-5C5F-0647B002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4855"/>
            <a:ext cx="5817296" cy="1740265"/>
          </a:xfrm>
        </p:spPr>
        <p:txBody>
          <a:bodyPr/>
          <a:lstStyle/>
          <a:p>
            <a:r>
              <a:rPr lang="fr-FR" sz="3600" b="1" dirty="0" err="1"/>
              <a:t>Implementation</a:t>
            </a:r>
            <a:r>
              <a:rPr lang="fr-FR" sz="3600" b="1" dirty="0"/>
              <a:t> (</a:t>
            </a:r>
            <a:r>
              <a:rPr lang="fr-FR" sz="3600" b="1" dirty="0" err="1"/>
              <a:t>Screenshots</a:t>
            </a:r>
            <a:r>
              <a:rPr lang="fr-FR" sz="3600" b="1" dirty="0"/>
              <a:t>)</a:t>
            </a:r>
            <a:br>
              <a:rPr lang="fr-FR" sz="3600" b="1" dirty="0"/>
            </a:br>
            <a:endParaRPr lang="en-US" sz="3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76D7AC-24BD-3D22-55E1-BE838037DD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31409" y="1932709"/>
            <a:ext cx="9467850" cy="3504091"/>
          </a:xfrm>
        </p:spPr>
        <p:txBody>
          <a:bodyPr>
            <a:normAutofit/>
          </a:bodyPr>
          <a:lstStyle/>
          <a:p>
            <a:pPr algn="l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Registration Page -:</a:t>
            </a:r>
          </a:p>
          <a:p>
            <a:pPr algn="l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30FB22-5D87-FD1B-1D64-8FE795FFA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063" y="2442040"/>
            <a:ext cx="3485283" cy="3521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49541F-0828-27EA-5AB4-FF1BC1822468}"/>
              </a:ext>
            </a:extLst>
          </p:cNvPr>
          <p:cNvSpPr txBox="1"/>
          <p:nvPr/>
        </p:nvSpPr>
        <p:spPr>
          <a:xfrm>
            <a:off x="5908822" y="1818043"/>
            <a:ext cx="34852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Login Page -: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D9BDEB30-1A55-96EB-460F-DE3DB6EA2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233" y="2476944"/>
            <a:ext cx="4442264" cy="345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2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62D1-84B4-8A46-E886-2716D43A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5154FB49-0BEA-7DF5-5EAA-3578B293D66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-13508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4117337-F73A-B914-28C2-3A7B3802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1703" y="174210"/>
            <a:ext cx="5817296" cy="1174315"/>
          </a:xfrm>
        </p:spPr>
        <p:txBody>
          <a:bodyPr/>
          <a:lstStyle/>
          <a:p>
            <a:r>
              <a:rPr lang="en-US" dirty="0"/>
              <a:t>Home page -: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F727EB-7218-794C-F5D4-71C148A049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31409" y="1839191"/>
            <a:ext cx="9472564" cy="3597609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763670-ED0E-D751-372E-380E1CF08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945" y="1684272"/>
            <a:ext cx="6960346" cy="467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18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600B-35A8-CF3E-BFFF-9C2991D0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AFC60045-8CD8-66C5-F189-A29D7D48664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764952-99A3-35A0-B47F-18FFA928C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1674668"/>
            <a:ext cx="4735810" cy="335453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960ADD-B3D5-8693-6416-B344D014F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74667"/>
            <a:ext cx="5743575" cy="335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83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0CF7-BF95-E612-30D6-637E6F470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F31455A4-A0F2-FEC8-E703-8F5874002D1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5FE0404-B4F8-7247-D603-16D767DF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52" y="895005"/>
            <a:ext cx="5817296" cy="1174315"/>
          </a:xfrm>
        </p:spPr>
        <p:txBody>
          <a:bodyPr anchor="ctr"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8C2FF3-7235-75AC-D8BF-A9DAEF3E85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2303041"/>
            <a:ext cx="9467850" cy="3504091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PROJECT BY : NAVIN KUMAR , SRIRAM , MAHESH</a:t>
            </a:r>
            <a:endParaRPr lang="en-IN" dirty="0"/>
          </a:p>
          <a:p>
            <a:pPr lvl="0"/>
            <a:r>
              <a:rPr lang="en-US" dirty="0"/>
              <a:t>DEPARTMENT : INFORMATION TECHNOLOGY</a:t>
            </a:r>
            <a:endParaRPr lang="en-IN" dirty="0"/>
          </a:p>
          <a:p>
            <a:pPr lvl="0"/>
            <a:r>
              <a:rPr lang="en-US" dirty="0"/>
              <a:t>COLLEGE : SVHEC</a:t>
            </a:r>
            <a:endParaRPr lang="en-IN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64882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41</TotalTime>
  <Words>210</Words>
  <Application>Microsoft Office PowerPoint</Application>
  <PresentationFormat>Widescreen</PresentationFormat>
  <Paragraphs>39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Wingdings</vt:lpstr>
      <vt:lpstr>Custom</vt:lpstr>
      <vt:lpstr>Personal Finance Tracker</vt:lpstr>
      <vt:lpstr>Introduction</vt:lpstr>
      <vt:lpstr>Importance of Finance Tracker </vt:lpstr>
      <vt:lpstr>Features of a Personal Finance Tracker</vt:lpstr>
      <vt:lpstr>Benefits to Users</vt:lpstr>
      <vt:lpstr> Technologies Used</vt:lpstr>
      <vt:lpstr>Implementation (Screenshots) </vt:lpstr>
      <vt:lpstr>Home page -: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C</dc:creator>
  <cp:lastModifiedBy>NAVIN C</cp:lastModifiedBy>
  <cp:revision>1</cp:revision>
  <dcterms:created xsi:type="dcterms:W3CDTF">2025-07-06T18:38:33Z</dcterms:created>
  <dcterms:modified xsi:type="dcterms:W3CDTF">2025-07-06T19:21:36Z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